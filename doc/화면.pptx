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E35A0-1C66-4E4A-91A7-BE7794A38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E8F01D-4936-4D34-98DA-A44AD3742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CCA847-FA60-488E-BD65-F5B41F391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26AEE-2659-4736-AB1F-8972E1AE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3AB05D-8A43-4F04-BA38-AF3D0E9A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486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585A3-6C87-4892-A45B-74D52F42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9DF705-D13E-4AD9-A3B8-313A2F4D4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5384F1-86A1-482D-A33D-C7214839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D585CF-D9B1-45FA-ADAC-B8497D44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14510-C4A0-4C1D-A965-D2F7E184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77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DEE07-9134-49AD-977D-C5013FE9E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E997AB-9478-4840-A361-BA8E31A0A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B707D-D9D9-4FB4-90ED-2ED76C79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3844A9-601E-4E21-8FD4-F8415182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76FAE5-F909-4DC8-94F4-D654A3CE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40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1A9CA-7C2D-4235-8282-815C3452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C93B3-8B57-4D70-9FE5-798D61A97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C4FAA1-9963-4DE8-B95D-C4860C20C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261AE3-8124-4733-9476-06BD8783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3D4A84-2FD9-47AE-A145-0995401F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F98CA9-50C3-4311-9ED0-511F269B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41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B9AE9-983A-42B0-8628-6FD7C6A8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5D0770-0372-42C0-9E30-48521457D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FBF787-D260-40E0-B8F5-E94C5B83E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1C42AE-1E3D-4FC1-BD2E-A88BCC88A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F596B1-5F51-4A34-83AC-76A270D9E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116FC3-9A19-44F8-895E-7B604276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1B9959-10E3-4EA4-BC8C-0AE5B87C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B31374-8B79-4DEA-A839-ACC47BDC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34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BC375-0DC2-4B1D-A7CC-2E4C53B2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7530B9-4CCD-4F1C-A7E3-472B825A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69009F-78DA-4EB3-A643-EAA87770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3E1948-4F8D-4269-AE34-40E65906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02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0C3919-226F-4B07-892E-D7DE9BCA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226AD2-F3CE-45B2-8723-2CC3CCAB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3297-E2ED-4513-A7D6-25B71552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59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9FF8F-9BF2-4B72-ACA1-522599ADD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029077-E58E-44EA-BD66-F3240C89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D8D59C-4C89-4DE7-8271-C2E909CB0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8A1E68-DEA0-4473-9E31-F112E1BC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59B3EB-535F-46AA-9C14-030B57A3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8A6958-6A96-4B08-AFB7-85B7A510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65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4ABC6-B093-44DC-8CF7-42BE5A6F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C4209F-737D-4F24-A737-C3913A493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819E7B-658D-4BAB-9AB7-872EB0161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C0EB0C-6ADD-45E5-9153-4E86E60C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B78FF-CA82-4AED-9553-07BC16AA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D606B1-33C4-4ADE-8B48-F8DE8E83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80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5F84E-20C8-41B6-9435-B8DA5D11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9C0536-8441-4DC0-8E2F-9DF724C9D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3AF0CA-7948-43DC-87BB-CD596A68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8D38F6-05A6-403F-821F-FA24C786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BD7AA-3F21-44E5-903B-A3BBE13F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53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66FF97-4C92-4C7C-AFF3-298A336DB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E521AF-E844-4C63-A6B8-2D3617A3F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58B66A-55EF-4EF6-9E5B-2248F8B7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862647-EF5C-4DCC-AC98-031EFD43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53D60-4CA7-4E8C-96BF-1C5EC1CE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52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0D0F8A5-3443-4A4E-8E92-4973A993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300FFB-C8D1-44BE-B15A-A62C75716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41C06E-072F-4E46-87FC-7C26A7469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1A968-6655-4D5D-B766-E220F1C4AF51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B515C2-8464-4185-B86A-773A26391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23D9E-3B66-48E4-A8B2-49A31D807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42D18-32EC-411C-9AFA-03A15B81C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11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D0B902-F35C-49DE-9E3E-2A0C76AAF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75" y="0"/>
            <a:ext cx="708025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473C7A-A667-4628-BA8B-551F091A3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770" y="5565144"/>
            <a:ext cx="4524418" cy="1086838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FBE7961-AF6D-4274-9EF2-AA5CD705371C}"/>
              </a:ext>
            </a:extLst>
          </p:cNvPr>
          <p:cNvCxnSpPr/>
          <p:nvPr/>
        </p:nvCxnSpPr>
        <p:spPr>
          <a:xfrm>
            <a:off x="6481313" y="327804"/>
            <a:ext cx="30710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50301CE-0680-461B-B7F3-BEC6A95B57D3}"/>
              </a:ext>
            </a:extLst>
          </p:cNvPr>
          <p:cNvCxnSpPr/>
          <p:nvPr/>
        </p:nvCxnSpPr>
        <p:spPr>
          <a:xfrm>
            <a:off x="6481313" y="451450"/>
            <a:ext cx="30710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008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동훈 이</dc:creator>
  <cp:lastModifiedBy>동훈 이</cp:lastModifiedBy>
  <cp:revision>1</cp:revision>
  <dcterms:created xsi:type="dcterms:W3CDTF">2026-04-24T01:30:03Z</dcterms:created>
  <dcterms:modified xsi:type="dcterms:W3CDTF">2026-04-24T01:30:34Z</dcterms:modified>
</cp:coreProperties>
</file>